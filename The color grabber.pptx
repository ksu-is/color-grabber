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32"/>
  </p:normalViewPr>
  <p:slideViewPr>
    <p:cSldViewPr snapToGrid="0">
      <p:cViewPr varScale="1">
        <p:scale>
          <a:sx n="111" d="100"/>
          <a:sy n="111" d="100"/>
        </p:scale>
        <p:origin x="6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98FAE2-89E8-9C40-8E7E-BF87EC9128AA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EA32A7-2955-D84C-A6D6-377413A85E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23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EA32A7-2955-D84C-A6D6-377413A85E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653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9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577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2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32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342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53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085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416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722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08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536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5/1/26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475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hyperlink" Target="https://github.com/ksu-is/Color-Grabb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Different colored chalk">
            <a:extLst>
              <a:ext uri="{FF2B5EF4-FFF2-40B4-BE49-F238E27FC236}">
                <a16:creationId xmlns:a16="http://schemas.microsoft.com/office/drawing/2014/main" id="{19CC9B56-3491-4264-0671-AAD47A20E7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40000"/>
          </a:blip>
          <a:srcRect t="7236" b="18993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3DE667-EE3F-DF45-BC67-FD28CCB754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The color grabber</a:t>
            </a:r>
            <a:br>
              <a:rPr lang="en-US" sz="6000" dirty="0">
                <a:solidFill>
                  <a:srgbClr val="FFFFFF"/>
                </a:solidFill>
              </a:rPr>
            </a:br>
            <a:r>
              <a:rPr lang="en-US" sz="2000" b="0" dirty="0">
                <a:solidFill>
                  <a:srgbClr val="FFFFFF"/>
                </a:solidFill>
              </a:rPr>
              <a:t>Will Kennedy</a:t>
            </a:r>
            <a:endParaRPr lang="en-US" sz="2800" b="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8C2C8-51C0-41EF-E8AE-C2F7BDF897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" y="3969528"/>
            <a:ext cx="5466243" cy="2051444"/>
          </a:xfrm>
        </p:spPr>
        <p:txBody>
          <a:bodyPr anchor="b">
            <a:normAutofit fontScale="92500" lnSpcReduction="10000"/>
          </a:bodyPr>
          <a:lstStyle/>
          <a:p>
            <a:r>
              <a:rPr lang="en-US" sz="2400" dirty="0">
                <a:solidFill>
                  <a:srgbClr val="FFFFFF"/>
                </a:solidFill>
                <a:hlinkClick r:id="rId4"/>
              </a:rPr>
              <a:t>https://github.com/ksu-is/Color-Grabber</a:t>
            </a:r>
            <a:endParaRPr lang="en-US" sz="2400" dirty="0">
              <a:solidFill>
                <a:srgbClr val="FFFFFF"/>
              </a:solidFill>
            </a:endParaRPr>
          </a:p>
          <a:p>
            <a:r>
              <a:rPr lang="en-US" sz="2400" dirty="0">
                <a:solidFill>
                  <a:srgbClr val="FFFFFF"/>
                </a:solidFill>
              </a:rPr>
              <a:t>Just input a picture and select an area and this program will tell you all about that color: What it’s called, what it’s used for, and where its used best in media!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E7635DB-EA7C-445C-3D97-84D49F42C1D9}"/>
              </a:ext>
            </a:extLst>
          </p:cNvPr>
          <p:cNvGrpSpPr/>
          <p:nvPr/>
        </p:nvGrpSpPr>
        <p:grpSpPr>
          <a:xfrm>
            <a:off x="6501978" y="0"/>
            <a:ext cx="5690021" cy="3200637"/>
            <a:chOff x="5984109" y="768891"/>
            <a:chExt cx="5690021" cy="3200637"/>
          </a:xfrm>
        </p:grpSpPr>
        <p:pic>
          <p:nvPicPr>
            <p:cNvPr id="1026" name="Picture 2" descr="Shark facts and statistics">
              <a:extLst>
                <a:ext uri="{FF2B5EF4-FFF2-40B4-BE49-F238E27FC236}">
                  <a16:creationId xmlns:a16="http://schemas.microsoft.com/office/drawing/2014/main" id="{34E224F4-7EDD-85CD-56B7-555B9DCE61C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84109" y="768891"/>
              <a:ext cx="5690021" cy="32006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Graphic 6" descr="Cursor with solid fill">
              <a:extLst>
                <a:ext uri="{FF2B5EF4-FFF2-40B4-BE49-F238E27FC236}">
                  <a16:creationId xmlns:a16="http://schemas.microsoft.com/office/drawing/2014/main" id="{89492E48-6302-9E19-A0CC-FE3B82785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 rot="1017525">
              <a:off x="10834441" y="1899735"/>
              <a:ext cx="688720" cy="688720"/>
            </a:xfrm>
            <a:prstGeom prst="rect">
              <a:avLst/>
            </a:prstGeom>
          </p:spPr>
        </p:pic>
      </p:grpSp>
      <p:pic>
        <p:nvPicPr>
          <p:cNvPr id="1028" name="Picture 4" descr="How to Open and Run Python Files in the Terminal | LearnPython.com">
            <a:extLst>
              <a:ext uri="{FF2B5EF4-FFF2-40B4-BE49-F238E27FC236}">
                <a16:creationId xmlns:a16="http://schemas.microsoft.com/office/drawing/2014/main" id="{8801A29F-F0D0-1992-7B88-00374B4B1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1998" y="3103999"/>
            <a:ext cx="5554502" cy="3782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5433E1-9D7D-BF9F-1139-C1D5339E37CA}"/>
              </a:ext>
            </a:extLst>
          </p:cNvPr>
          <p:cNvSpPr txBox="1"/>
          <p:nvPr/>
        </p:nvSpPr>
        <p:spPr>
          <a:xfrm>
            <a:off x="6638089" y="3475045"/>
            <a:ext cx="541779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Clicked at: (842, 391)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RGB: (12, 48, 102)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HEX: #0c3066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Detected Color: BLUE</a:t>
            </a:r>
            <a:br>
              <a:rPr lang="en-US" sz="1400" dirty="0"/>
            </a:br>
            <a:br>
              <a:rPr lang="en-US" sz="1400" dirty="0"/>
            </a:br>
            <a:r>
              <a:rPr lang="en-US" sz="1400" dirty="0"/>
              <a:t>Blue often represents calmness, mystery, melancholy, isolation, sadness, and the vastness of the unknown</a:t>
            </a:r>
            <a:br>
              <a:rPr lang="en-US" sz="1400" dirty="0"/>
            </a:br>
            <a:r>
              <a:rPr lang="en-US" sz="1400" dirty="0"/>
              <a:t>Dark ocean blues can create feelings of fear, uncertainty, depth, and hidden danger beneath</a:t>
            </a:r>
          </a:p>
          <a:p>
            <a:r>
              <a:rPr lang="en-US" sz="1400" dirty="0"/>
              <a:t>Movies like The Abyss (1989) or Moonlight (2016) are great examples of how blue capture the wonder and horror of the ocean</a:t>
            </a:r>
          </a:p>
        </p:txBody>
      </p:sp>
    </p:spTree>
    <p:extLst>
      <p:ext uri="{BB962C8B-B14F-4D97-AF65-F5344CB8AC3E}">
        <p14:creationId xmlns:p14="http://schemas.microsoft.com/office/powerpoint/2010/main" val="12629985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148</Words>
  <Application>Microsoft Macintosh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Bierstadt</vt:lpstr>
      <vt:lpstr>GestaltVTI</vt:lpstr>
      <vt:lpstr>The color grabber Will Kennedy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Kennedy</dc:creator>
  <cp:lastModifiedBy>Will Kennedy</cp:lastModifiedBy>
  <cp:revision>1</cp:revision>
  <dcterms:created xsi:type="dcterms:W3CDTF">2026-05-02T02:28:45Z</dcterms:created>
  <dcterms:modified xsi:type="dcterms:W3CDTF">2026-05-02T03:38:24Z</dcterms:modified>
</cp:coreProperties>
</file>